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08062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CCE"/>
    <a:srgbClr val="66ADC0"/>
    <a:srgbClr val="D0A758"/>
    <a:srgbClr val="37D088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719"/>
  </p:normalViewPr>
  <p:slideViewPr>
    <p:cSldViewPr snapToGrid="0" showGuides="1">
      <p:cViewPr>
        <p:scale>
          <a:sx n="127" d="100"/>
          <a:sy n="127" d="100"/>
        </p:scale>
        <p:origin x="1352" y="1128"/>
      </p:cViewPr>
      <p:guideLst>
        <p:guide orient="horz" pos="3402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883861"/>
            <a:ext cx="7560469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2836605"/>
            <a:ext cx="7560469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7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1346419"/>
            <a:ext cx="8694539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3614203"/>
            <a:ext cx="8694539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0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1437680"/>
            <a:ext cx="4284266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1437680"/>
            <a:ext cx="4284266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87536"/>
            <a:ext cx="8694539" cy="104388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1323916"/>
            <a:ext cx="426457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972747"/>
            <a:ext cx="4264576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1323916"/>
            <a:ext cx="4285579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972747"/>
            <a:ext cx="4285579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6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2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360045"/>
            <a:ext cx="325126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777597"/>
            <a:ext cx="5103316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620202"/>
            <a:ext cx="325126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6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360045"/>
            <a:ext cx="325126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777597"/>
            <a:ext cx="5103316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620202"/>
            <a:ext cx="325126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5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6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287536"/>
            <a:ext cx="2173635" cy="457682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287536"/>
            <a:ext cx="6394896" cy="457682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287536"/>
            <a:ext cx="8694539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1437680"/>
            <a:ext cx="8694539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5005626"/>
            <a:ext cx="226814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5A9A1-5F97-1642-A6FE-7D392EBAE21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5005626"/>
            <a:ext cx="340221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5005626"/>
            <a:ext cx="226814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283BB-B528-EB45-89EC-75485D6CA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7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climbing a rock wall&#10;&#10;Description automatically generated">
            <a:extLst>
              <a:ext uri="{FF2B5EF4-FFF2-40B4-BE49-F238E27FC236}">
                <a16:creationId xmlns:a16="http://schemas.microsoft.com/office/drawing/2014/main" id="{D275F1BC-EA42-73D2-418A-2CE26497FD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" b="24002"/>
          <a:stretch/>
        </p:blipFill>
        <p:spPr>
          <a:xfrm>
            <a:off x="2758222" y="377420"/>
            <a:ext cx="4627646" cy="4627648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7" name="Picture 6" descr="A person climbing a rock wall&#10;&#10;Description automatically generated">
            <a:extLst>
              <a:ext uri="{FF2B5EF4-FFF2-40B4-BE49-F238E27FC236}">
                <a16:creationId xmlns:a16="http://schemas.microsoft.com/office/drawing/2014/main" id="{7F708FFC-CBF9-3F89-5159-EFC0477387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4571" r="4" b="4089"/>
          <a:stretch/>
        </p:blipFill>
        <p:spPr>
          <a:xfrm>
            <a:off x="284117" y="1390771"/>
            <a:ext cx="2590737" cy="2926956"/>
          </a:xfrm>
          <a:custGeom>
            <a:avLst/>
            <a:gdLst/>
            <a:ahLst/>
            <a:cxnLst/>
            <a:rect l="l" t="t" r="r" b="b"/>
            <a:pathLst>
              <a:path w="2590737" h="2926956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</p:spPr>
      </p:pic>
      <p:pic>
        <p:nvPicPr>
          <p:cNvPr id="5" name="Picture 4" descr="A rock climbing wall with different colored rock climbing holds&#10;&#10;Description automatically generated with medium confidence">
            <a:extLst>
              <a:ext uri="{FF2B5EF4-FFF2-40B4-BE49-F238E27FC236}">
                <a16:creationId xmlns:a16="http://schemas.microsoft.com/office/drawing/2014/main" id="{4C24A1AB-19D0-C9FD-6546-F2C0390109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93" r="2" b="4264"/>
          <a:stretch/>
        </p:blipFill>
        <p:spPr>
          <a:xfrm>
            <a:off x="7262405" y="1390771"/>
            <a:ext cx="2577829" cy="2926956"/>
          </a:xfrm>
          <a:custGeom>
            <a:avLst/>
            <a:gdLst/>
            <a:ahLst/>
            <a:cxnLst/>
            <a:rect l="l" t="t" r="r" b="b"/>
            <a:pathLst>
              <a:path w="2577829" h="2926956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86F10CB8-0357-3B03-C1E8-13E047AE1FE1}"/>
              </a:ext>
            </a:extLst>
          </p:cNvPr>
          <p:cNvSpPr/>
          <p:nvPr/>
        </p:nvSpPr>
        <p:spPr>
          <a:xfrm>
            <a:off x="635269" y="2178530"/>
            <a:ext cx="753421" cy="1602599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635" h="1507349">
                <a:moveTo>
                  <a:pt x="0" y="1507349"/>
                </a:moveTo>
                <a:lnTo>
                  <a:pt x="532806" y="0"/>
                </a:lnTo>
                <a:lnTo>
                  <a:pt x="617635" y="1268985"/>
                </a:lnTo>
                <a:lnTo>
                  <a:pt x="0" y="150734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D35654F-9B9B-51C8-0916-515C859B67D3}"/>
              </a:ext>
            </a:extLst>
          </p:cNvPr>
          <p:cNvSpPr/>
          <p:nvPr/>
        </p:nvSpPr>
        <p:spPr>
          <a:xfrm>
            <a:off x="635268" y="1729641"/>
            <a:ext cx="1439652" cy="2051486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0189" h="1929557">
                <a:moveTo>
                  <a:pt x="0" y="1929557"/>
                </a:moveTo>
                <a:lnTo>
                  <a:pt x="1180189" y="0"/>
                </a:lnTo>
                <a:lnTo>
                  <a:pt x="617635" y="1691193"/>
                </a:lnTo>
                <a:lnTo>
                  <a:pt x="0" y="192955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C74E9CA-8B40-EC6E-3842-E93294656FEC}"/>
              </a:ext>
            </a:extLst>
          </p:cNvPr>
          <p:cNvSpPr/>
          <p:nvPr/>
        </p:nvSpPr>
        <p:spPr>
          <a:xfrm>
            <a:off x="3725326" y="2903953"/>
            <a:ext cx="2316213" cy="751596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631264"/>
              <a:gd name="connsiteY0" fmla="*/ 1507349 h 1507349"/>
              <a:gd name="connsiteX1" fmla="*/ 532806 w 631264"/>
              <a:gd name="connsiteY1" fmla="*/ 0 h 1507349"/>
              <a:gd name="connsiteX2" fmla="*/ 631264 w 631264"/>
              <a:gd name="connsiteY2" fmla="*/ 1261166 h 1507349"/>
              <a:gd name="connsiteX3" fmla="*/ 0 w 631264"/>
              <a:gd name="connsiteY3" fmla="*/ 1507349 h 1507349"/>
              <a:gd name="connsiteX0" fmla="*/ 0 w 1118858"/>
              <a:gd name="connsiteY0" fmla="*/ 514378 h 514378"/>
              <a:gd name="connsiteX1" fmla="*/ 1118858 w 1118858"/>
              <a:gd name="connsiteY1" fmla="*/ 0 h 514378"/>
              <a:gd name="connsiteX2" fmla="*/ 631264 w 1118858"/>
              <a:gd name="connsiteY2" fmla="*/ 268195 h 514378"/>
              <a:gd name="connsiteX3" fmla="*/ 0 w 1118858"/>
              <a:gd name="connsiteY3" fmla="*/ 514378 h 514378"/>
              <a:gd name="connsiteX0" fmla="*/ 0 w 1898773"/>
              <a:gd name="connsiteY0" fmla="*/ 660572 h 660572"/>
              <a:gd name="connsiteX1" fmla="*/ 1118858 w 1898773"/>
              <a:gd name="connsiteY1" fmla="*/ 146194 h 660572"/>
              <a:gd name="connsiteX2" fmla="*/ 1898773 w 1898773"/>
              <a:gd name="connsiteY2" fmla="*/ 0 h 660572"/>
              <a:gd name="connsiteX3" fmla="*/ 0 w 1898773"/>
              <a:gd name="connsiteY3" fmla="*/ 660572 h 660572"/>
              <a:gd name="connsiteX0" fmla="*/ 0 w 1898773"/>
              <a:gd name="connsiteY0" fmla="*/ 706925 h 706925"/>
              <a:gd name="connsiteX1" fmla="*/ 1118858 w 1898773"/>
              <a:gd name="connsiteY1" fmla="*/ 192547 h 706925"/>
              <a:gd name="connsiteX2" fmla="*/ 1898773 w 1898773"/>
              <a:gd name="connsiteY2" fmla="*/ 46353 h 706925"/>
              <a:gd name="connsiteX3" fmla="*/ 0 w 1898773"/>
              <a:gd name="connsiteY3" fmla="*/ 706925 h 70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773" h="706925">
                <a:moveTo>
                  <a:pt x="0" y="706925"/>
                </a:moveTo>
                <a:lnTo>
                  <a:pt x="1118858" y="192547"/>
                </a:lnTo>
                <a:cubicBezTo>
                  <a:pt x="1378830" y="143816"/>
                  <a:pt x="1706947" y="-100383"/>
                  <a:pt x="1898773" y="46353"/>
                </a:cubicBezTo>
                <a:lnTo>
                  <a:pt x="0" y="70692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1AC1483D-94CB-53DF-21B7-092B34ACC6D2}"/>
              </a:ext>
            </a:extLst>
          </p:cNvPr>
          <p:cNvSpPr/>
          <p:nvPr/>
        </p:nvSpPr>
        <p:spPr>
          <a:xfrm>
            <a:off x="4492494" y="2780011"/>
            <a:ext cx="1306649" cy="571821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1033323 w 1180189"/>
              <a:gd name="connsiteY2" fmla="*/ 1917934 h 1929557"/>
              <a:gd name="connsiteX3" fmla="*/ 0 w 1180189"/>
              <a:gd name="connsiteY3" fmla="*/ 1929557 h 1929557"/>
              <a:gd name="connsiteX0" fmla="*/ 0 w 1033323"/>
              <a:gd name="connsiteY0" fmla="*/ 928768 h 928768"/>
              <a:gd name="connsiteX1" fmla="*/ 1023454 w 1033323"/>
              <a:gd name="connsiteY1" fmla="*/ 0 h 928768"/>
              <a:gd name="connsiteX2" fmla="*/ 1033323 w 1033323"/>
              <a:gd name="connsiteY2" fmla="*/ 917145 h 928768"/>
              <a:gd name="connsiteX3" fmla="*/ 0 w 1033323"/>
              <a:gd name="connsiteY3" fmla="*/ 928768 h 928768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1033323 w 1071156"/>
              <a:gd name="connsiteY2" fmla="*/ 526212 h 537835"/>
              <a:gd name="connsiteX3" fmla="*/ 0 w 1071156"/>
              <a:gd name="connsiteY3" fmla="*/ 537835 h 53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1156" h="537835">
                <a:moveTo>
                  <a:pt x="0" y="537835"/>
                </a:moveTo>
                <a:lnTo>
                  <a:pt x="1071156" y="0"/>
                </a:lnTo>
                <a:lnTo>
                  <a:pt x="1033323" y="526212"/>
                </a:lnTo>
                <a:lnTo>
                  <a:pt x="0" y="53783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D4CCA86-D359-89FB-6596-01EA66E7617A}"/>
              </a:ext>
            </a:extLst>
          </p:cNvPr>
          <p:cNvSpPr/>
          <p:nvPr/>
        </p:nvSpPr>
        <p:spPr>
          <a:xfrm>
            <a:off x="8178903" y="3473557"/>
            <a:ext cx="670229" cy="753814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1033323 w 1180189"/>
              <a:gd name="connsiteY2" fmla="*/ 1917934 h 1929557"/>
              <a:gd name="connsiteX3" fmla="*/ 0 w 1180189"/>
              <a:gd name="connsiteY3" fmla="*/ 1929557 h 1929557"/>
              <a:gd name="connsiteX0" fmla="*/ 0 w 1033323"/>
              <a:gd name="connsiteY0" fmla="*/ 928768 h 928768"/>
              <a:gd name="connsiteX1" fmla="*/ 1023454 w 1033323"/>
              <a:gd name="connsiteY1" fmla="*/ 0 h 928768"/>
              <a:gd name="connsiteX2" fmla="*/ 1033323 w 1033323"/>
              <a:gd name="connsiteY2" fmla="*/ 917145 h 928768"/>
              <a:gd name="connsiteX3" fmla="*/ 0 w 1033323"/>
              <a:gd name="connsiteY3" fmla="*/ 928768 h 928768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1033323 w 1071156"/>
              <a:gd name="connsiteY2" fmla="*/ 526212 h 537835"/>
              <a:gd name="connsiteX3" fmla="*/ 0 w 1071156"/>
              <a:gd name="connsiteY3" fmla="*/ 537835 h 537835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993468 w 1071156"/>
              <a:gd name="connsiteY2" fmla="*/ 443178 h 537835"/>
              <a:gd name="connsiteX3" fmla="*/ 0 w 1071156"/>
              <a:gd name="connsiteY3" fmla="*/ 537835 h 53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1156" h="537835">
                <a:moveTo>
                  <a:pt x="0" y="537835"/>
                </a:moveTo>
                <a:lnTo>
                  <a:pt x="1071156" y="0"/>
                </a:lnTo>
                <a:lnTo>
                  <a:pt x="993468" y="443178"/>
                </a:lnTo>
                <a:lnTo>
                  <a:pt x="0" y="53783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B106871-0746-9FDA-7566-C5B9AF10757C}"/>
              </a:ext>
            </a:extLst>
          </p:cNvPr>
          <p:cNvSpPr/>
          <p:nvPr/>
        </p:nvSpPr>
        <p:spPr>
          <a:xfrm>
            <a:off x="8367945" y="2763086"/>
            <a:ext cx="455364" cy="1331617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1033323 w 1180189"/>
              <a:gd name="connsiteY2" fmla="*/ 1917934 h 1929557"/>
              <a:gd name="connsiteX3" fmla="*/ 0 w 1180189"/>
              <a:gd name="connsiteY3" fmla="*/ 1929557 h 1929557"/>
              <a:gd name="connsiteX0" fmla="*/ 0 w 1033323"/>
              <a:gd name="connsiteY0" fmla="*/ 928768 h 928768"/>
              <a:gd name="connsiteX1" fmla="*/ 1023454 w 1033323"/>
              <a:gd name="connsiteY1" fmla="*/ 0 h 928768"/>
              <a:gd name="connsiteX2" fmla="*/ 1033323 w 1033323"/>
              <a:gd name="connsiteY2" fmla="*/ 917145 h 928768"/>
              <a:gd name="connsiteX3" fmla="*/ 0 w 1033323"/>
              <a:gd name="connsiteY3" fmla="*/ 928768 h 928768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1033323 w 1071156"/>
              <a:gd name="connsiteY2" fmla="*/ 526212 h 537835"/>
              <a:gd name="connsiteX3" fmla="*/ 0 w 1071156"/>
              <a:gd name="connsiteY3" fmla="*/ 537835 h 537835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993468 w 1071156"/>
              <a:gd name="connsiteY2" fmla="*/ 443178 h 537835"/>
              <a:gd name="connsiteX3" fmla="*/ 0 w 1071156"/>
              <a:gd name="connsiteY3" fmla="*/ 537835 h 537835"/>
              <a:gd name="connsiteX0" fmla="*/ 0 w 993468"/>
              <a:gd name="connsiteY0" fmla="*/ 686110 h 686110"/>
              <a:gd name="connsiteX1" fmla="*/ 619454 w 993468"/>
              <a:gd name="connsiteY1" fmla="*/ 0 h 686110"/>
              <a:gd name="connsiteX2" fmla="*/ 993468 w 993468"/>
              <a:gd name="connsiteY2" fmla="*/ 591453 h 686110"/>
              <a:gd name="connsiteX3" fmla="*/ 0 w 993468"/>
              <a:gd name="connsiteY3" fmla="*/ 686110 h 686110"/>
              <a:gd name="connsiteX0" fmla="*/ 0 w 727760"/>
              <a:gd name="connsiteY0" fmla="*/ 294664 h 591453"/>
              <a:gd name="connsiteX1" fmla="*/ 353746 w 727760"/>
              <a:gd name="connsiteY1" fmla="*/ 0 h 591453"/>
              <a:gd name="connsiteX2" fmla="*/ 727760 w 727760"/>
              <a:gd name="connsiteY2" fmla="*/ 591453 h 591453"/>
              <a:gd name="connsiteX3" fmla="*/ 0 w 727760"/>
              <a:gd name="connsiteY3" fmla="*/ 294664 h 591453"/>
              <a:gd name="connsiteX0" fmla="*/ 0 w 727760"/>
              <a:gd name="connsiteY0" fmla="*/ 653300 h 950089"/>
              <a:gd name="connsiteX1" fmla="*/ 396477 w 727760"/>
              <a:gd name="connsiteY1" fmla="*/ 0 h 950089"/>
              <a:gd name="connsiteX2" fmla="*/ 727760 w 727760"/>
              <a:gd name="connsiteY2" fmla="*/ 950089 h 950089"/>
              <a:gd name="connsiteX3" fmla="*/ 0 w 727760"/>
              <a:gd name="connsiteY3" fmla="*/ 653300 h 95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760" h="950089">
                <a:moveTo>
                  <a:pt x="0" y="653300"/>
                </a:moveTo>
                <a:lnTo>
                  <a:pt x="396477" y="0"/>
                </a:lnTo>
                <a:lnTo>
                  <a:pt x="727760" y="950089"/>
                </a:lnTo>
                <a:lnTo>
                  <a:pt x="0" y="6533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50DE8B4-7560-3F8F-8729-028179683AEF}"/>
              </a:ext>
            </a:extLst>
          </p:cNvPr>
          <p:cNvSpPr/>
          <p:nvPr/>
        </p:nvSpPr>
        <p:spPr>
          <a:xfrm>
            <a:off x="7926976" y="2269229"/>
            <a:ext cx="702604" cy="1427868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1033323 w 1180189"/>
              <a:gd name="connsiteY2" fmla="*/ 1917934 h 1929557"/>
              <a:gd name="connsiteX3" fmla="*/ 0 w 1180189"/>
              <a:gd name="connsiteY3" fmla="*/ 1929557 h 1929557"/>
              <a:gd name="connsiteX0" fmla="*/ 0 w 1033323"/>
              <a:gd name="connsiteY0" fmla="*/ 928768 h 928768"/>
              <a:gd name="connsiteX1" fmla="*/ 1023454 w 1033323"/>
              <a:gd name="connsiteY1" fmla="*/ 0 h 928768"/>
              <a:gd name="connsiteX2" fmla="*/ 1033323 w 1033323"/>
              <a:gd name="connsiteY2" fmla="*/ 917145 h 928768"/>
              <a:gd name="connsiteX3" fmla="*/ 0 w 1033323"/>
              <a:gd name="connsiteY3" fmla="*/ 928768 h 928768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1033323 w 1071156"/>
              <a:gd name="connsiteY2" fmla="*/ 526212 h 537835"/>
              <a:gd name="connsiteX3" fmla="*/ 0 w 1071156"/>
              <a:gd name="connsiteY3" fmla="*/ 537835 h 537835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993468 w 1071156"/>
              <a:gd name="connsiteY2" fmla="*/ 443178 h 537835"/>
              <a:gd name="connsiteX3" fmla="*/ 0 w 1071156"/>
              <a:gd name="connsiteY3" fmla="*/ 537835 h 537835"/>
              <a:gd name="connsiteX0" fmla="*/ 0 w 993468"/>
              <a:gd name="connsiteY0" fmla="*/ 686110 h 686110"/>
              <a:gd name="connsiteX1" fmla="*/ 619454 w 993468"/>
              <a:gd name="connsiteY1" fmla="*/ 0 h 686110"/>
              <a:gd name="connsiteX2" fmla="*/ 993468 w 993468"/>
              <a:gd name="connsiteY2" fmla="*/ 591453 h 686110"/>
              <a:gd name="connsiteX3" fmla="*/ 0 w 993468"/>
              <a:gd name="connsiteY3" fmla="*/ 686110 h 686110"/>
              <a:gd name="connsiteX0" fmla="*/ 0 w 727760"/>
              <a:gd name="connsiteY0" fmla="*/ 294664 h 591453"/>
              <a:gd name="connsiteX1" fmla="*/ 353746 w 727760"/>
              <a:gd name="connsiteY1" fmla="*/ 0 h 591453"/>
              <a:gd name="connsiteX2" fmla="*/ 727760 w 727760"/>
              <a:gd name="connsiteY2" fmla="*/ 591453 h 591453"/>
              <a:gd name="connsiteX3" fmla="*/ 0 w 727760"/>
              <a:gd name="connsiteY3" fmla="*/ 294664 h 591453"/>
              <a:gd name="connsiteX0" fmla="*/ 0 w 727760"/>
              <a:gd name="connsiteY0" fmla="*/ 653300 h 950089"/>
              <a:gd name="connsiteX1" fmla="*/ 396477 w 727760"/>
              <a:gd name="connsiteY1" fmla="*/ 0 h 950089"/>
              <a:gd name="connsiteX2" fmla="*/ 727760 w 727760"/>
              <a:gd name="connsiteY2" fmla="*/ 950089 h 950089"/>
              <a:gd name="connsiteX3" fmla="*/ 0 w 727760"/>
              <a:gd name="connsiteY3" fmla="*/ 653300 h 950089"/>
              <a:gd name="connsiteX0" fmla="*/ 0 w 1097259"/>
              <a:gd name="connsiteY0" fmla="*/ 721974 h 1018763"/>
              <a:gd name="connsiteX1" fmla="*/ 1097259 w 1097259"/>
              <a:gd name="connsiteY1" fmla="*/ 0 h 1018763"/>
              <a:gd name="connsiteX2" fmla="*/ 727760 w 1097259"/>
              <a:gd name="connsiteY2" fmla="*/ 1018763 h 1018763"/>
              <a:gd name="connsiteX3" fmla="*/ 0 w 1097259"/>
              <a:gd name="connsiteY3" fmla="*/ 721974 h 1018763"/>
              <a:gd name="connsiteX0" fmla="*/ 0 w 1122897"/>
              <a:gd name="connsiteY0" fmla="*/ 931814 h 1018763"/>
              <a:gd name="connsiteX1" fmla="*/ 1122897 w 1122897"/>
              <a:gd name="connsiteY1" fmla="*/ 0 h 1018763"/>
              <a:gd name="connsiteX2" fmla="*/ 753398 w 1122897"/>
              <a:gd name="connsiteY2" fmla="*/ 1018763 h 1018763"/>
              <a:gd name="connsiteX3" fmla="*/ 0 w 1122897"/>
              <a:gd name="connsiteY3" fmla="*/ 931814 h 101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2897" h="1018763">
                <a:moveTo>
                  <a:pt x="0" y="931814"/>
                </a:moveTo>
                <a:lnTo>
                  <a:pt x="1122897" y="0"/>
                </a:lnTo>
                <a:lnTo>
                  <a:pt x="753398" y="1018763"/>
                </a:lnTo>
                <a:lnTo>
                  <a:pt x="0" y="931814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6EB9CF6D-937A-4CC5-3270-0E2319377CE1}"/>
              </a:ext>
            </a:extLst>
          </p:cNvPr>
          <p:cNvSpPr/>
          <p:nvPr/>
        </p:nvSpPr>
        <p:spPr>
          <a:xfrm>
            <a:off x="8573278" y="2250288"/>
            <a:ext cx="273553" cy="1192584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1033323 w 1180189"/>
              <a:gd name="connsiteY2" fmla="*/ 1917934 h 1929557"/>
              <a:gd name="connsiteX3" fmla="*/ 0 w 1180189"/>
              <a:gd name="connsiteY3" fmla="*/ 1929557 h 1929557"/>
              <a:gd name="connsiteX0" fmla="*/ 0 w 1033323"/>
              <a:gd name="connsiteY0" fmla="*/ 928768 h 928768"/>
              <a:gd name="connsiteX1" fmla="*/ 1023454 w 1033323"/>
              <a:gd name="connsiteY1" fmla="*/ 0 h 928768"/>
              <a:gd name="connsiteX2" fmla="*/ 1033323 w 1033323"/>
              <a:gd name="connsiteY2" fmla="*/ 917145 h 928768"/>
              <a:gd name="connsiteX3" fmla="*/ 0 w 1033323"/>
              <a:gd name="connsiteY3" fmla="*/ 928768 h 928768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1033323 w 1071156"/>
              <a:gd name="connsiteY2" fmla="*/ 526212 h 537835"/>
              <a:gd name="connsiteX3" fmla="*/ 0 w 1071156"/>
              <a:gd name="connsiteY3" fmla="*/ 537835 h 537835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993468 w 1071156"/>
              <a:gd name="connsiteY2" fmla="*/ 443178 h 537835"/>
              <a:gd name="connsiteX3" fmla="*/ 0 w 1071156"/>
              <a:gd name="connsiteY3" fmla="*/ 537835 h 537835"/>
              <a:gd name="connsiteX0" fmla="*/ 0 w 993468"/>
              <a:gd name="connsiteY0" fmla="*/ 686110 h 686110"/>
              <a:gd name="connsiteX1" fmla="*/ 619454 w 993468"/>
              <a:gd name="connsiteY1" fmla="*/ 0 h 686110"/>
              <a:gd name="connsiteX2" fmla="*/ 993468 w 993468"/>
              <a:gd name="connsiteY2" fmla="*/ 591453 h 686110"/>
              <a:gd name="connsiteX3" fmla="*/ 0 w 993468"/>
              <a:gd name="connsiteY3" fmla="*/ 686110 h 686110"/>
              <a:gd name="connsiteX0" fmla="*/ 0 w 727760"/>
              <a:gd name="connsiteY0" fmla="*/ 294664 h 591453"/>
              <a:gd name="connsiteX1" fmla="*/ 353746 w 727760"/>
              <a:gd name="connsiteY1" fmla="*/ 0 h 591453"/>
              <a:gd name="connsiteX2" fmla="*/ 727760 w 727760"/>
              <a:gd name="connsiteY2" fmla="*/ 591453 h 591453"/>
              <a:gd name="connsiteX3" fmla="*/ 0 w 727760"/>
              <a:gd name="connsiteY3" fmla="*/ 294664 h 591453"/>
              <a:gd name="connsiteX0" fmla="*/ 0 w 727760"/>
              <a:gd name="connsiteY0" fmla="*/ 653300 h 950089"/>
              <a:gd name="connsiteX1" fmla="*/ 396477 w 727760"/>
              <a:gd name="connsiteY1" fmla="*/ 0 h 950089"/>
              <a:gd name="connsiteX2" fmla="*/ 727760 w 727760"/>
              <a:gd name="connsiteY2" fmla="*/ 950089 h 950089"/>
              <a:gd name="connsiteX3" fmla="*/ 0 w 727760"/>
              <a:gd name="connsiteY3" fmla="*/ 653300 h 950089"/>
              <a:gd name="connsiteX0" fmla="*/ 0 w 1097259"/>
              <a:gd name="connsiteY0" fmla="*/ 721974 h 1018763"/>
              <a:gd name="connsiteX1" fmla="*/ 1097259 w 1097259"/>
              <a:gd name="connsiteY1" fmla="*/ 0 h 1018763"/>
              <a:gd name="connsiteX2" fmla="*/ 727760 w 1097259"/>
              <a:gd name="connsiteY2" fmla="*/ 1018763 h 1018763"/>
              <a:gd name="connsiteX3" fmla="*/ 0 w 1097259"/>
              <a:gd name="connsiteY3" fmla="*/ 721974 h 1018763"/>
              <a:gd name="connsiteX0" fmla="*/ 0 w 1122897"/>
              <a:gd name="connsiteY0" fmla="*/ 931814 h 1018763"/>
              <a:gd name="connsiteX1" fmla="*/ 1122897 w 1122897"/>
              <a:gd name="connsiteY1" fmla="*/ 0 h 1018763"/>
              <a:gd name="connsiteX2" fmla="*/ 753398 w 1122897"/>
              <a:gd name="connsiteY2" fmla="*/ 1018763 h 1018763"/>
              <a:gd name="connsiteX3" fmla="*/ 0 w 1122897"/>
              <a:gd name="connsiteY3" fmla="*/ 931814 h 1018763"/>
              <a:gd name="connsiteX0" fmla="*/ 289230 w 369499"/>
              <a:gd name="connsiteY0" fmla="*/ 714344 h 1018763"/>
              <a:gd name="connsiteX1" fmla="*/ 369499 w 369499"/>
              <a:gd name="connsiteY1" fmla="*/ 0 h 1018763"/>
              <a:gd name="connsiteX2" fmla="*/ 0 w 369499"/>
              <a:gd name="connsiteY2" fmla="*/ 1018763 h 1018763"/>
              <a:gd name="connsiteX3" fmla="*/ 289230 w 369499"/>
              <a:gd name="connsiteY3" fmla="*/ 714344 h 1018763"/>
              <a:gd name="connsiteX0" fmla="*/ 0 w 437190"/>
              <a:gd name="connsiteY0" fmla="*/ 714344 h 850891"/>
              <a:gd name="connsiteX1" fmla="*/ 80269 w 437190"/>
              <a:gd name="connsiteY1" fmla="*/ 0 h 850891"/>
              <a:gd name="connsiteX2" fmla="*/ 437190 w 437190"/>
              <a:gd name="connsiteY2" fmla="*/ 850891 h 850891"/>
              <a:gd name="connsiteX3" fmla="*/ 0 w 437190"/>
              <a:gd name="connsiteY3" fmla="*/ 714344 h 85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7190" h="850891">
                <a:moveTo>
                  <a:pt x="0" y="714344"/>
                </a:moveTo>
                <a:lnTo>
                  <a:pt x="80269" y="0"/>
                </a:lnTo>
                <a:lnTo>
                  <a:pt x="437190" y="850891"/>
                </a:lnTo>
                <a:lnTo>
                  <a:pt x="0" y="714344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93ED1C4-0C80-D97C-4838-70D8996AFE65}"/>
              </a:ext>
            </a:extLst>
          </p:cNvPr>
          <p:cNvSpPr/>
          <p:nvPr/>
        </p:nvSpPr>
        <p:spPr>
          <a:xfrm>
            <a:off x="8609337" y="1697557"/>
            <a:ext cx="514184" cy="1224669"/>
          </a:xfrm>
          <a:custGeom>
            <a:avLst/>
            <a:gdLst>
              <a:gd name="connsiteX0" fmla="*/ 0 w 958362"/>
              <a:gd name="connsiteY0" fmla="*/ 1608992 h 1608992"/>
              <a:gd name="connsiteX1" fmla="*/ 641839 w 958362"/>
              <a:gd name="connsiteY1" fmla="*/ 0 h 1608992"/>
              <a:gd name="connsiteX2" fmla="*/ 958362 w 958362"/>
              <a:gd name="connsiteY2" fmla="*/ 1362808 h 1608992"/>
              <a:gd name="connsiteX3" fmla="*/ 0 w 958362"/>
              <a:gd name="connsiteY3" fmla="*/ 1608992 h 1608992"/>
              <a:gd name="connsiteX0" fmla="*/ 0 w 958362"/>
              <a:gd name="connsiteY0" fmla="*/ 1538624 h 1538624"/>
              <a:gd name="connsiteX1" fmla="*/ 532806 w 958362"/>
              <a:gd name="connsiteY1" fmla="*/ 0 h 1538624"/>
              <a:gd name="connsiteX2" fmla="*/ 958362 w 958362"/>
              <a:gd name="connsiteY2" fmla="*/ 1292440 h 1538624"/>
              <a:gd name="connsiteX3" fmla="*/ 0 w 958362"/>
              <a:gd name="connsiteY3" fmla="*/ 1538624 h 1538624"/>
              <a:gd name="connsiteX0" fmla="*/ 0 w 617635"/>
              <a:gd name="connsiteY0" fmla="*/ 1538624 h 1538624"/>
              <a:gd name="connsiteX1" fmla="*/ 532806 w 617635"/>
              <a:gd name="connsiteY1" fmla="*/ 0 h 1538624"/>
              <a:gd name="connsiteX2" fmla="*/ 617635 w 617635"/>
              <a:gd name="connsiteY2" fmla="*/ 1268985 h 1538624"/>
              <a:gd name="connsiteX3" fmla="*/ 0 w 617635"/>
              <a:gd name="connsiteY3" fmla="*/ 1538624 h 1538624"/>
              <a:gd name="connsiteX0" fmla="*/ 0 w 617635"/>
              <a:gd name="connsiteY0" fmla="*/ 1507349 h 1507349"/>
              <a:gd name="connsiteX1" fmla="*/ 532806 w 617635"/>
              <a:gd name="connsiteY1" fmla="*/ 0 h 1507349"/>
              <a:gd name="connsiteX2" fmla="*/ 617635 w 617635"/>
              <a:gd name="connsiteY2" fmla="*/ 1268985 h 1507349"/>
              <a:gd name="connsiteX3" fmla="*/ 0 w 617635"/>
              <a:gd name="connsiteY3" fmla="*/ 1507349 h 1507349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617635 w 1180189"/>
              <a:gd name="connsiteY2" fmla="*/ 1691193 h 1929557"/>
              <a:gd name="connsiteX3" fmla="*/ 0 w 1180189"/>
              <a:gd name="connsiteY3" fmla="*/ 1929557 h 1929557"/>
              <a:gd name="connsiteX0" fmla="*/ 0 w 1180189"/>
              <a:gd name="connsiteY0" fmla="*/ 1929557 h 1929557"/>
              <a:gd name="connsiteX1" fmla="*/ 1180189 w 1180189"/>
              <a:gd name="connsiteY1" fmla="*/ 0 h 1929557"/>
              <a:gd name="connsiteX2" fmla="*/ 1033323 w 1180189"/>
              <a:gd name="connsiteY2" fmla="*/ 1917934 h 1929557"/>
              <a:gd name="connsiteX3" fmla="*/ 0 w 1180189"/>
              <a:gd name="connsiteY3" fmla="*/ 1929557 h 1929557"/>
              <a:gd name="connsiteX0" fmla="*/ 0 w 1033323"/>
              <a:gd name="connsiteY0" fmla="*/ 928768 h 928768"/>
              <a:gd name="connsiteX1" fmla="*/ 1023454 w 1033323"/>
              <a:gd name="connsiteY1" fmla="*/ 0 h 928768"/>
              <a:gd name="connsiteX2" fmla="*/ 1033323 w 1033323"/>
              <a:gd name="connsiteY2" fmla="*/ 917145 h 928768"/>
              <a:gd name="connsiteX3" fmla="*/ 0 w 1033323"/>
              <a:gd name="connsiteY3" fmla="*/ 928768 h 928768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1033323 w 1071156"/>
              <a:gd name="connsiteY2" fmla="*/ 526212 h 537835"/>
              <a:gd name="connsiteX3" fmla="*/ 0 w 1071156"/>
              <a:gd name="connsiteY3" fmla="*/ 537835 h 537835"/>
              <a:gd name="connsiteX0" fmla="*/ 0 w 1071156"/>
              <a:gd name="connsiteY0" fmla="*/ 537835 h 537835"/>
              <a:gd name="connsiteX1" fmla="*/ 1071156 w 1071156"/>
              <a:gd name="connsiteY1" fmla="*/ 0 h 537835"/>
              <a:gd name="connsiteX2" fmla="*/ 993468 w 1071156"/>
              <a:gd name="connsiteY2" fmla="*/ 443178 h 537835"/>
              <a:gd name="connsiteX3" fmla="*/ 0 w 1071156"/>
              <a:gd name="connsiteY3" fmla="*/ 537835 h 537835"/>
              <a:gd name="connsiteX0" fmla="*/ 0 w 993468"/>
              <a:gd name="connsiteY0" fmla="*/ 686110 h 686110"/>
              <a:gd name="connsiteX1" fmla="*/ 619454 w 993468"/>
              <a:gd name="connsiteY1" fmla="*/ 0 h 686110"/>
              <a:gd name="connsiteX2" fmla="*/ 993468 w 993468"/>
              <a:gd name="connsiteY2" fmla="*/ 591453 h 686110"/>
              <a:gd name="connsiteX3" fmla="*/ 0 w 993468"/>
              <a:gd name="connsiteY3" fmla="*/ 686110 h 686110"/>
              <a:gd name="connsiteX0" fmla="*/ 0 w 727760"/>
              <a:gd name="connsiteY0" fmla="*/ 294664 h 591453"/>
              <a:gd name="connsiteX1" fmla="*/ 353746 w 727760"/>
              <a:gd name="connsiteY1" fmla="*/ 0 h 591453"/>
              <a:gd name="connsiteX2" fmla="*/ 727760 w 727760"/>
              <a:gd name="connsiteY2" fmla="*/ 591453 h 591453"/>
              <a:gd name="connsiteX3" fmla="*/ 0 w 727760"/>
              <a:gd name="connsiteY3" fmla="*/ 294664 h 591453"/>
              <a:gd name="connsiteX0" fmla="*/ 0 w 727760"/>
              <a:gd name="connsiteY0" fmla="*/ 653300 h 950089"/>
              <a:gd name="connsiteX1" fmla="*/ 396477 w 727760"/>
              <a:gd name="connsiteY1" fmla="*/ 0 h 950089"/>
              <a:gd name="connsiteX2" fmla="*/ 727760 w 727760"/>
              <a:gd name="connsiteY2" fmla="*/ 950089 h 950089"/>
              <a:gd name="connsiteX3" fmla="*/ 0 w 727760"/>
              <a:gd name="connsiteY3" fmla="*/ 653300 h 950089"/>
              <a:gd name="connsiteX0" fmla="*/ 0 w 1097259"/>
              <a:gd name="connsiteY0" fmla="*/ 721974 h 1018763"/>
              <a:gd name="connsiteX1" fmla="*/ 1097259 w 1097259"/>
              <a:gd name="connsiteY1" fmla="*/ 0 h 1018763"/>
              <a:gd name="connsiteX2" fmla="*/ 727760 w 1097259"/>
              <a:gd name="connsiteY2" fmla="*/ 1018763 h 1018763"/>
              <a:gd name="connsiteX3" fmla="*/ 0 w 1097259"/>
              <a:gd name="connsiteY3" fmla="*/ 721974 h 1018763"/>
              <a:gd name="connsiteX0" fmla="*/ 0 w 1122897"/>
              <a:gd name="connsiteY0" fmla="*/ 931814 h 1018763"/>
              <a:gd name="connsiteX1" fmla="*/ 1122897 w 1122897"/>
              <a:gd name="connsiteY1" fmla="*/ 0 h 1018763"/>
              <a:gd name="connsiteX2" fmla="*/ 753398 w 1122897"/>
              <a:gd name="connsiteY2" fmla="*/ 1018763 h 1018763"/>
              <a:gd name="connsiteX3" fmla="*/ 0 w 1122897"/>
              <a:gd name="connsiteY3" fmla="*/ 931814 h 1018763"/>
              <a:gd name="connsiteX0" fmla="*/ 289230 w 369499"/>
              <a:gd name="connsiteY0" fmla="*/ 714344 h 1018763"/>
              <a:gd name="connsiteX1" fmla="*/ 369499 w 369499"/>
              <a:gd name="connsiteY1" fmla="*/ 0 h 1018763"/>
              <a:gd name="connsiteX2" fmla="*/ 0 w 369499"/>
              <a:gd name="connsiteY2" fmla="*/ 1018763 h 1018763"/>
              <a:gd name="connsiteX3" fmla="*/ 289230 w 369499"/>
              <a:gd name="connsiteY3" fmla="*/ 714344 h 1018763"/>
              <a:gd name="connsiteX0" fmla="*/ 0 w 437190"/>
              <a:gd name="connsiteY0" fmla="*/ 714344 h 850891"/>
              <a:gd name="connsiteX1" fmla="*/ 80269 w 437190"/>
              <a:gd name="connsiteY1" fmla="*/ 0 h 850891"/>
              <a:gd name="connsiteX2" fmla="*/ 437190 w 437190"/>
              <a:gd name="connsiteY2" fmla="*/ 850891 h 850891"/>
              <a:gd name="connsiteX3" fmla="*/ 0 w 437190"/>
              <a:gd name="connsiteY3" fmla="*/ 714344 h 850891"/>
              <a:gd name="connsiteX0" fmla="*/ 0 w 821764"/>
              <a:gd name="connsiteY0" fmla="*/ 737236 h 850891"/>
              <a:gd name="connsiteX1" fmla="*/ 464843 w 821764"/>
              <a:gd name="connsiteY1" fmla="*/ 0 h 850891"/>
              <a:gd name="connsiteX2" fmla="*/ 821764 w 821764"/>
              <a:gd name="connsiteY2" fmla="*/ 850891 h 850891"/>
              <a:gd name="connsiteX3" fmla="*/ 0 w 821764"/>
              <a:gd name="connsiteY3" fmla="*/ 737236 h 850891"/>
              <a:gd name="connsiteX0" fmla="*/ 0 w 821764"/>
              <a:gd name="connsiteY0" fmla="*/ 760128 h 873783"/>
              <a:gd name="connsiteX1" fmla="*/ 618674 w 821764"/>
              <a:gd name="connsiteY1" fmla="*/ 0 h 873783"/>
              <a:gd name="connsiteX2" fmla="*/ 821764 w 821764"/>
              <a:gd name="connsiteY2" fmla="*/ 873783 h 873783"/>
              <a:gd name="connsiteX3" fmla="*/ 0 w 821764"/>
              <a:gd name="connsiteY3" fmla="*/ 760128 h 873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764" h="873783">
                <a:moveTo>
                  <a:pt x="0" y="760128"/>
                </a:moveTo>
                <a:lnTo>
                  <a:pt x="618674" y="0"/>
                </a:lnTo>
                <a:lnTo>
                  <a:pt x="821764" y="873783"/>
                </a:lnTo>
                <a:lnTo>
                  <a:pt x="0" y="760128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2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 Edmondson-Stait</dc:creator>
  <cp:lastModifiedBy>Amelia Edmondson-Stait</cp:lastModifiedBy>
  <cp:revision>3</cp:revision>
  <dcterms:created xsi:type="dcterms:W3CDTF">2024-07-04T09:14:21Z</dcterms:created>
  <dcterms:modified xsi:type="dcterms:W3CDTF">2024-07-04T09:41:19Z</dcterms:modified>
</cp:coreProperties>
</file>